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AI教育周报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日期：[请填写本周日期，例如：2023年10月23日 - 2023年10月29日]</a:t>
            </a:r>
          </a:p>
          <a:p>
            <a:r>
              <a:t>报告对象：[请填写相关部门/领导/团队]</a:t>
            </a:r>
          </a:p>
          <a:p>
            <a:r>
              <a:t>报告人：[请填写您的团队/姓名]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本周概览与重点总结 (Executive Summary)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**本周亮点：**</a:t>
            </a:r>
          </a:p>
          <a:p>
            <a:r>
              <a:t>本周AI教育项目取得了显著进展，特别是在[请填写核心成就或突破性进展，例如：新课程上线、用户参与度提升、技术平台稳定性增强]方面。</a:t>
            </a:r>
          </a:p>
          <a:p/>
          <a:p>
            <a:r>
              <a:t>**关键数据：**</a:t>
            </a:r>
          </a:p>
          <a:p>
            <a:r>
              <a:t> - 参与人数：[请填写具体数字]</a:t>
            </a:r>
          </a:p>
          <a:p>
            <a:r>
              <a:t> - 课程完成率：[请填写具体百分比]</a:t>
            </a:r>
          </a:p>
          <a:p>
            <a:r>
              <a:t> - 新内容发布数量：[请填写具体数字]</a:t>
            </a:r>
          </a:p>
          <a:p/>
          <a:p>
            <a:r>
              <a:t>**面临挑战：**</a:t>
            </a:r>
          </a:p>
          <a:p>
            <a:r>
              <a:t>在推进过程中，我们遇到了[请填写主要问题或障碍，例如：用户反馈处理效率、特定技术难题、内容推广瓶颈]等挑战。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重点工作进展 - 课程开发与内容更新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**新课程上线情况：**</a:t>
            </a:r>
          </a:p>
          <a:p>
            <a:r>
              <a:t> - 课程名称：[请填写课程名称，例如：'AI伦理与社会影响']</a:t>
            </a:r>
          </a:p>
          <a:p>
            <a:r>
              <a:t> - 内容简介：[请填写课程简介，例如：探讨AI技术在社会、法律和伦理层面的影响及应对策略]</a:t>
            </a:r>
          </a:p>
          <a:p>
            <a:r>
              <a:t> - 目标受众：[请填写目标受众，例如：高校学生、行业研究员]</a:t>
            </a:r>
          </a:p>
          <a:p>
            <a:r>
              <a:t> - 上线日期：[请填写日期]</a:t>
            </a:r>
          </a:p>
          <a:p/>
          <a:p>
            <a:r>
              <a:t>**现有课程优化与改进：**</a:t>
            </a:r>
          </a:p>
          <a:p>
            <a:r>
              <a:t> - 优化内容：[请填写具体优化内容，例如：更新'机器学习基础'案例库、增加互动练习]</a:t>
            </a:r>
          </a:p>
          <a:p>
            <a:r>
              <a:t> - 用户反馈：[请填写用户反馈概述，例如：普遍反映内容更具实操性]</a:t>
            </a:r>
          </a:p>
          <a:p>
            <a:r>
              <a:t> - 效果评估：[请填写效果评估，例如：课程满意度提升5%]</a:t>
            </a:r>
          </a:p>
          <a:p/>
          <a:p>
            <a:r>
              <a:t>**教学资源库建设进度：**</a:t>
            </a:r>
          </a:p>
          <a:p>
            <a:r>
              <a:t> - 新增[请填写资源类型，例如：Python编程实验模块、AI应用案例集]等教学资源，共计[请填写数量]项。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重点工作进展 - 教学活动与培训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**AI教育相关线上/线下讲座、研讨会举办情况：**</a:t>
            </a:r>
          </a:p>
          <a:p>
            <a:r>
              <a:t> - 主题：[请填写主题，例如：'AI在未来教育中的角色']</a:t>
            </a:r>
          </a:p>
          <a:p>
            <a:r>
              <a:t> - 参与人数：[请填写人数]</a:t>
            </a:r>
          </a:p>
          <a:p>
            <a:r>
              <a:t> - 主要成果：[请填写主要成果，例如：促进了行业交流，收集了用户需求]</a:t>
            </a:r>
          </a:p>
          <a:p/>
          <a:p>
            <a:r>
              <a:t>**师资培训进展：**</a:t>
            </a:r>
          </a:p>
          <a:p>
            <a:r>
              <a:t> - 培训内容：[请填写培训内容，例如：AI工具辅助教学方法培训]</a:t>
            </a:r>
          </a:p>
          <a:p>
            <a:r>
              <a:t> - 参与教师数量：[请填写教师数量]</a:t>
            </a:r>
          </a:p>
          <a:p>
            <a:r>
              <a:t> - 培训效果评估：[请填写评估结果，例如：教师普遍掌握新技能]</a:t>
            </a:r>
          </a:p>
          <a:p/>
          <a:p>
            <a:r>
              <a:t>**学生项目/实践活动开展情况：**</a:t>
            </a:r>
          </a:p>
          <a:p>
            <a:r>
              <a:t> - 项目名称：[请填写项目名称，例如：'智能问答系统开发挑战赛']</a:t>
            </a:r>
          </a:p>
          <a:p>
            <a:r>
              <a:t> - 参与学生：[请填写学生数量]</a:t>
            </a:r>
          </a:p>
          <a:p>
            <a:r>
              <a:t> - 阶段性成果：[请填写成果，例如：完成原型设计，进入测试阶段]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重点工作进展 - 平台建设与技术支持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**在线学习平台功能迭代与维护：**</a:t>
            </a:r>
          </a:p>
          <a:p>
            <a:r>
              <a:t> - 新增功能：[请填写新增功能，例如：AI助教问答模块、课程进度可视化]</a:t>
            </a:r>
          </a:p>
          <a:p>
            <a:r>
              <a:t> - BUG修复：[请填写修复数量或类型，例如：修复了3个课程播放Bug]</a:t>
            </a:r>
          </a:p>
          <a:p>
            <a:r>
              <a:t> - 性能优化：[请填写优化内容，例如：优化了服务器响应速度，提升用户体验]</a:t>
            </a:r>
          </a:p>
          <a:p/>
          <a:p>
            <a:r>
              <a:t>**AI教学工具/实验环境部署与升级：**</a:t>
            </a:r>
          </a:p>
          <a:p>
            <a:r>
              <a:t> - 工具名称：[请填写工具名称，例如：JupyterLab环境]</a:t>
            </a:r>
          </a:p>
          <a:p>
            <a:r>
              <a:t> - 应用场景：[请填写应用场景，例如：高级机器学习实验]</a:t>
            </a:r>
          </a:p>
          <a:p>
            <a:r>
              <a:t> - 用户反馈：[请填写反馈，例如：反馈良好，运行稳定]</a:t>
            </a:r>
          </a:p>
          <a:p/>
          <a:p>
            <a:r>
              <a:t>**技术支持服务情况：**</a:t>
            </a:r>
          </a:p>
          <a:p>
            <a:r>
              <a:t> - 用户咨询量：[请填写数量]</a:t>
            </a:r>
          </a:p>
          <a:p>
            <a:r>
              <a:t> - 问题解决率：[请填写百分比]</a:t>
            </a:r>
          </a:p>
          <a:p>
            <a:r>
              <a:t> - 常见问题总结：[请填写总结，例如：账户登录问题、课程访问权限问题]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重点工作进展 - 合作与推广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**外部合作项目进展：**</a:t>
            </a:r>
          </a:p>
          <a:p>
            <a:r>
              <a:t> - 与[请填写合作方，例如：某知名AI企业]达成[请填写合作内容，例如：联合开发AI实践课程]意向。</a:t>
            </a:r>
          </a:p>
          <a:p>
            <a:r>
              <a:t> - 与[请填写合作方，例如：某高校]就[请填写合作内容，例如：AI师资共享计划]进行初步洽谈。</a:t>
            </a:r>
          </a:p>
          <a:p/>
          <a:p>
            <a:r>
              <a:t>**市场推广与品牌建设活动：**</a:t>
            </a:r>
          </a:p>
          <a:p>
            <a:r>
              <a:t> - 宣传渠道：[请填写渠道，例如：微信公众号、行业论坛]</a:t>
            </a:r>
          </a:p>
          <a:p>
            <a:r>
              <a:t> - 活动效果：[请填写效果，例如：公众号粉丝增长10%，活动页面访问量达到5000+]</a:t>
            </a:r>
          </a:p>
          <a:p>
            <a:r>
              <a:t> - 媒体报道：[请填写是否有媒体报道，例如：获得了[某科技媒体]的正面报道]</a:t>
            </a:r>
          </a:p>
          <a:p/>
          <a:p>
            <a:r>
              <a:t>**社区运营与用户互动：**</a:t>
            </a:r>
          </a:p>
          <a:p>
            <a:r>
              <a:t> - 线上社区活跃度：[请填写活跃度，例如：发帖量增加20%，用户互动积极]</a:t>
            </a:r>
          </a:p>
          <a:p>
            <a:r>
              <a:t> - 用户贡献内容：[请填写贡献内容类型，例如：用户分享了多个AI学习心得和项目案例]</a:t>
            </a:r>
          </a:p>
          <a:p>
            <a:r>
              <a:t> - 反馈收集：[请填写反馈情况，例如：通过问卷和在线讨论收集了关于课程深度和广度的建议]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数据分析与效果评估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**学习者行为数据：**</a:t>
            </a:r>
          </a:p>
          <a:p>
            <a:r>
              <a:t> - 本周活跃学习者数量：[请填写数量]</a:t>
            </a:r>
          </a:p>
          <a:p>
            <a:r>
              <a:t> - 新增注册用户：[请填写数量]</a:t>
            </a:r>
          </a:p>
          <a:p>
            <a:r>
              <a:t> - 课程学习进度、完成率、退出率分析：[请填写具体数据及趋势]</a:t>
            </a:r>
          </a:p>
          <a:p>
            <a:r>
              <a:t> - 学习者地域分布、背景特征分析：[请填写分析结果，例如：主要集中在沿海城市，以IT从业者和大学生为主]</a:t>
            </a:r>
          </a:p>
          <a:p/>
          <a:p>
            <a:r>
              <a:t>**课程效果评估：**</a:t>
            </a:r>
          </a:p>
          <a:p>
            <a:r>
              <a:t> - 课程满意度调查结果：[请填写数据图表展示或总结，例如：平均满意度达到4.5/5星]</a:t>
            </a:r>
          </a:p>
          <a:p>
            <a:r>
              <a:t> - 学习成果展示：[请填写优秀学员案例或项目作品概述]</a:t>
            </a:r>
          </a:p>
          <a:p>
            <a:r>
              <a:t> - 考试/评估成绩分析：[请填写平均分、合格率，例如：平均分85分，合格率95%]</a:t>
            </a:r>
          </a:p>
          <a:p/>
          <a:p>
            <a:r>
              <a:t>**平台运营数据：**</a:t>
            </a:r>
          </a:p>
          <a:p>
            <a:r>
              <a:t> - 平台访问量、独立访客数、用户停留时长：[请填写具体数据及趋势]</a:t>
            </a:r>
          </a:p>
          <a:p>
            <a:r>
              <a:t> - 热门课程/功能模块使用情况：[请填写热门课程/功能名称及使用率]</a:t>
            </a:r>
          </a:p>
          <a:p>
            <a:r>
              <a:t> - 技术故障发生率与恢复时间：[请填写数据，例如：本周无重大故障，小问题平均恢复时间15分钟]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本周挑战与应对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**主要挑战：**</a:t>
            </a:r>
          </a:p>
          <a:p>
            <a:r>
              <a:t> - [请填写挑战一，例如：部分课程内容更新速度未能完全匹配行业最新发展]</a:t>
            </a:r>
          </a:p>
          <a:p>
            <a:r>
              <a:t> - [请填写挑战二，例如：用户对个性化学习路径的需求日益增长，现有平台支持不足]</a:t>
            </a:r>
          </a:p>
          <a:p>
            <a:r>
              <a:t> - [请填写挑战三，例如：市场竞争加剧，用户获取成本上升]</a:t>
            </a:r>
          </a:p>
          <a:p/>
          <a:p>
            <a:r>
              <a:t>**已采取的应对措施：**</a:t>
            </a:r>
          </a:p>
          <a:p>
            <a:r>
              <a:t> - 针对课程更新慢：[请填写应对措施，例如：已组建专项内容团队，加速新知识点的引入]</a:t>
            </a:r>
          </a:p>
          <a:p>
            <a:r>
              <a:t> - 针对个性化需求：[请填写应对措施，例如：启动了“智能推荐系统”的预研项目]</a:t>
            </a:r>
          </a:p>
          <a:p>
            <a:r>
              <a:t> - 针对市场竞争：[请填写应对措施，例如：加强社群运营，提升用户粘性]</a:t>
            </a:r>
          </a:p>
          <a:p/>
          <a:p>
            <a:r>
              <a:t>**经验与教训：**</a:t>
            </a:r>
          </a:p>
          <a:p>
            <a:r>
              <a:t> - [请填写经验教训，例如：快速响应市场变化和用户需求是保持竞争力的关键]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下周工作计划与目标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**核心目标：**</a:t>
            </a:r>
          </a:p>
          <a:p>
            <a:r>
              <a:t> - [请填写核心目标一，例如：完成[某新课程]的上线，并进行首轮推广]</a:t>
            </a:r>
          </a:p>
          <a:p>
            <a:r>
              <a:t> - [请填写核心目标二，例如：优化平台[某功能]，提升用户体验20%]</a:t>
            </a:r>
          </a:p>
          <a:p/>
          <a:p>
            <a:r>
              <a:t>**关键任务：**</a:t>
            </a:r>
          </a:p>
          <a:p>
            <a:r>
              <a:t> - 任务一：[请填写任务名称]，负责人：[姓名]，预期完成时间：[日期]</a:t>
            </a:r>
          </a:p>
          <a:p>
            <a:r>
              <a:t> - 任务二：[请填写任务名称]，负责人：[姓名]，预期完成时间：[日期]</a:t>
            </a:r>
          </a:p>
          <a:p>
            <a:r>
              <a:t> - 任务三：[请填写任务名称]，负责人：[姓名]，预期完成时间：[日期]</a:t>
            </a:r>
          </a:p>
          <a:p/>
          <a:p>
            <a:r>
              <a:t>**预期成果：**</a:t>
            </a:r>
          </a:p>
          <a:p>
            <a:r>
              <a:t> - [请填写可量化成果一，例如：新课程注册用户达到500人]</a:t>
            </a:r>
          </a:p>
          <a:p>
            <a:r>
              <a:t> - [请填写可量化成果二，例如：平台用户满意度调查得分提升至4.7分]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需求与建议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**资源需求：**</a:t>
            </a:r>
          </a:p>
          <a:p>
            <a:r>
              <a:t> - 人员：[请填写具体需求，例如：急需补充1名AI课程开发专家]</a:t>
            </a:r>
          </a:p>
          <a:p>
            <a:r>
              <a:t> - 预算：[请填写具体预算需求，例如：申请[金额]用于市场推广活动]</a:t>
            </a:r>
          </a:p>
          <a:p>
            <a:r>
              <a:t> - 技术支持：[请填写具体技术支持需求，例如：需要研发部门协助解决平台负载问题]</a:t>
            </a:r>
          </a:p>
          <a:p/>
          <a:p>
            <a:r>
              <a:t>**决策建议：**</a:t>
            </a:r>
          </a:p>
          <a:p>
            <a:r>
              <a:t> - [请填写提请上级审议或决策的事项，例如：建议考虑引入[某合作方]的AI实验室资源]</a:t>
            </a:r>
          </a:p>
          <a:p/>
          <a:p>
            <a:r>
              <a:t>**其他建议：**</a:t>
            </a:r>
          </a:p>
          <a:p>
            <a:r>
              <a:t> - [请填写对AI教育未来发展的思考或改进建议，例如：加强与产业界的联动，将更多前沿技术引入教学]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展望与感谢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**展望：**</a:t>
            </a:r>
          </a:p>
          <a:p>
            <a:r>
              <a:t>AI教育领域充满机遇与挑战，我们将持续创新，致力于打造更优质、更普惠的AI教育生态。</a:t>
            </a:r>
          </a:p>
          <a:p/>
          <a:p>
            <a:r>
              <a:t>**感谢：**</a:t>
            </a:r>
          </a:p>
          <a:p>
            <a:r>
              <a:t>衷心感谢团队成员的辛勤付出，以及各级领导和合作伙伴的大力支持！</a:t>
            </a:r>
          </a:p>
          <a:p/>
          <a:p>
            <a:r>
              <a:t>**问答环节：**</a:t>
            </a:r>
          </a:p>
          <a:p>
            <a:r>
              <a:t>期待您的宝贵意见和建议。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